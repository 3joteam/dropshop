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2926080"/>
            <a:ext cx="2194560" cy="21945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팀 프로젝트  |  3조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Dropshop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한정판 드랍 커머스 플랫폼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 강동혁    팀원  김규범  ·  김재진  ·  이재환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94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38528" y="379476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3794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19856" y="379476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3794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97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38528" y="429768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8528" y="4297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19856" y="429768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4297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소개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기획 배경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나이키 슈드랍, 스니커즈 한정판 출시처럼 특정 시간에 한정 수량을 오픈하는 'Drop' 커머스 모델을 직접 구현.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고트래픽 상황에서의 선착순 처리, 실시간 알림, 결제 안정성을 핵심 기술 과제로 선정했습니다.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265176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28600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드랍 &amp; 대기열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429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 기반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선착순 대기열 처리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103120"/>
            <a:ext cx="265176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2860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040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알림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3429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위시리스트 Push 알림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103120"/>
            <a:ext cx="265176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2286000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3504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안정성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35040" y="3429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 + 아웃박스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패턴으로 유실 방지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4.0  ·  Java 17  ·  MySQL  ·  Redis  ·  Kafka  ·  PortOne  ·  OpenAI + Pinecone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팀원 소개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3조  —  Dropshop 백엔드 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20116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강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강동혁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218688"/>
            <a:ext cx="10058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인증/보안 (JWT · Redis Blacklist)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판매자 관리 시스템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306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AWS S3 이미지 업로드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42032" y="17373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2032" y="1737360"/>
            <a:ext cx="201168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3136392" y="192024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136392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542032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김규범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044952" y="3218688"/>
            <a:ext cx="100584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044952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33472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상품 추천 (OpenAI + Pinecone)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33472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통합 테스트 설계 (Postman)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33472" y="4306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결제 흐름 구현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18304" y="17373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18304" y="1737360"/>
            <a:ext cx="20116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5312664" y="192024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312664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18304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김재진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21224" y="3218688"/>
            <a:ext cx="10058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221224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9744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드랍 &amp; 대기열 시스템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9744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재고 동시성 제어 (Redis Lua + 분산락)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9744" y="4306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드랍 상태 스케줄러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94576" y="17373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94576" y="1737360"/>
            <a:ext cx="201168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Shape 37"/>
          <p:cNvSpPr/>
          <p:nvPr/>
        </p:nvSpPr>
        <p:spPr>
          <a:xfrm>
            <a:off x="7488936" y="192024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7488936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894576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이재환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97496" y="3218688"/>
            <a:ext cx="10058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7397496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86016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주문 / 결제 / 환불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86016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Kafka 아웃박스 패턴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86016" y="4306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통계 &amp; 대시보드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Java 17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465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Spring Boot 4.0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Spring Security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Spring Data JPA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60120"/>
            <a:ext cx="269748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960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4173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MySQL 8.0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17465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Redis 7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2075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Flyway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37560" y="24048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QueryDSL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960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60120"/>
            <a:ext cx="269748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960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14173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Apache Kafka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17465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SSE (Server-Sent Events)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2075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ShedLock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0" y="24048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아웃박스 패턴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17520"/>
            <a:ext cx="2697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017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4747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PortOne (결제)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38039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AWS S3 (이미지)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41330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OpenAI Embeddings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44622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Pinecone 벡터 DB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0" y="30175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017520"/>
            <a:ext cx="269748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0" y="3017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품질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37560" y="34747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Docker / docker-compose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337560" y="38039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Actions CI/CD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37560" y="41330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Google Java Format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337560" y="44622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JUnit 5 + Postman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아키텍처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37160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18872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· Seller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118872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286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통합테스트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118872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200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Client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수신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914400"/>
            <a:ext cx="2926080" cy="3291840"/>
          </a:xfrm>
          <a:prstGeom prst="rect">
            <a:avLst/>
          </a:prstGeom>
          <a:solidFill>
            <a:srgbClr val="0A201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914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1371600"/>
            <a:ext cx="2743200" cy="475488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16093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SSE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1938528"/>
            <a:ext cx="2743200" cy="475488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11680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(Facade)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176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0" y="2505456"/>
            <a:ext cx="2743200" cy="475488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2743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QueryDSL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0" y="3072384"/>
            <a:ext cx="2743200" cy="475488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310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RBAC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3639312"/>
            <a:ext cx="2743200" cy="47548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1168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3877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발행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914400"/>
            <a:ext cx="3749040" cy="3291840"/>
          </a:xfrm>
          <a:prstGeom prst="rect">
            <a:avLst/>
          </a:prstGeom>
          <a:solidFill>
            <a:srgbClr val="0D1B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57800" y="1371600"/>
            <a:ext cx="173736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257800" y="137160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165506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영속성 DB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78040" y="1371600"/>
            <a:ext cx="1691640" cy="5486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78040" y="137160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165506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ZSET 대기열 / 캐시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57800" y="2688336"/>
            <a:ext cx="1737360" cy="5486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57800" y="268833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57800" y="29718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API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78040" y="2688336"/>
            <a:ext cx="1691640" cy="548640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178040" y="2688336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Pinecone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78040" y="297180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상품 추천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57800" y="2029968"/>
            <a:ext cx="356616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257800" y="20299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57800" y="23134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wishlist-drop-notification  ·  order-events  ·  payment-outbox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45920" y="256032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2560320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4343400"/>
            <a:ext cx="16459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요청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011680" y="4343400"/>
            <a:ext cx="164592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4" name="Text 52"/>
          <p:cNvSpPr/>
          <p:nvPr/>
        </p:nvSpPr>
        <p:spPr>
          <a:xfrm>
            <a:off x="224028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749040" y="4343400"/>
            <a:ext cx="16459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397764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DB/캐시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486400" y="4343400"/>
            <a:ext cx="16459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571500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23760" y="4343400"/>
            <a:ext cx="164592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745236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01  —  드랍 &amp; 선착순 대기열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접근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819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 대기열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입장 순서로 선착순 보장.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요청에도 원자적 처리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admissionToken 발급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5511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대기열 통과 시 유효기간 토큰 발급.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API 인터셉터에서 검증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0815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패턴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300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생성 시 재고 임시 차감 (10분).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미결제 시 스케줄러가 자동 복원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962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8313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Delay Queue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050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순간 트래픽 폭주를 완충.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처리 속도로 순차 처리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흐름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1600200"/>
            <a:ext cx="4389120" cy="512064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26280" y="1600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1837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/api/queues?dropId={id}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130552"/>
            <a:ext cx="7315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0560" y="2221992"/>
            <a:ext cx="4389120" cy="512064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26280" y="2221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Delay Queue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24597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버퍼링 → 순차 소비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2752344"/>
            <a:ext cx="7315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Shape 30"/>
          <p:cNvSpPr/>
          <p:nvPr/>
        </p:nvSpPr>
        <p:spPr>
          <a:xfrm>
            <a:off x="4480560" y="2843784"/>
            <a:ext cx="4389120" cy="512064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26280" y="28437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26280" y="30815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ZADD queue:{dropId} → 순번 부여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3374136"/>
            <a:ext cx="7315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0560" y="3465576"/>
            <a:ext cx="4389120" cy="512064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26280" y="34655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admissionToken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2628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유효기간 토큰 발급 (응답)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0" y="3995928"/>
            <a:ext cx="7315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Shape 38"/>
          <p:cNvSpPr/>
          <p:nvPr/>
        </p:nvSpPr>
        <p:spPr>
          <a:xfrm>
            <a:off x="4480560" y="4087368"/>
            <a:ext cx="4389120" cy="512064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26280" y="4087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26280" y="43251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검증 → HOLD 주문 생성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02  —  위시리스트 &amp; SSE 실시간 알림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위시리스트 등록 흐름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1965960" cy="822960"/>
          </a:xfrm>
          <a:prstGeom prst="rect">
            <a:avLst/>
          </a:prstGeom>
          <a:solidFill>
            <a:srgbClr val="BE185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/api/wishlists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{dropId}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764792"/>
            <a:ext cx="164592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1444752"/>
            <a:ext cx="196596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7739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저장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 캐싱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764792"/>
            <a:ext cx="164592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444752"/>
            <a:ext cx="1965960" cy="82296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7739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wishlist:{dropId}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score=등록시각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764792"/>
            <a:ext cx="164592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1444752"/>
            <a:ext cx="196596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7739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테이블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 저장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859536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드랍 ACTIVE → SSE 알림 발송 흐름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" y="2944368"/>
            <a:ext cx="160020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/drops/{id}/status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0" y="329184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1965960" y="2944368"/>
            <a:ext cx="160020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6596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발행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6596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drop-status-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topic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66160" y="329184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Shape 30"/>
          <p:cNvSpPr/>
          <p:nvPr/>
        </p:nvSpPr>
        <p:spPr>
          <a:xfrm>
            <a:off x="3703320" y="2944368"/>
            <a:ext cx="160020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0332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0332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 조회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유저 목록 추출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329184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5440680" y="2944368"/>
            <a:ext cx="1600200" cy="82296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4068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SseEmitter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유저에게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Push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329184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Shape 38"/>
          <p:cNvSpPr/>
          <p:nvPr/>
        </p:nvSpPr>
        <p:spPr>
          <a:xfrm>
            <a:off x="7178040" y="2944368"/>
            <a:ext cx="1600200" cy="822960"/>
          </a:xfrm>
          <a:prstGeom prst="rect">
            <a:avLst/>
          </a:prstGeom>
          <a:solidFill>
            <a:srgbClr val="BE185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7804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 브라우저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7804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드랍 오픈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수신!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977640"/>
            <a:ext cx="4114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Redis ZSET 활용 이유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4315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드랍 오픈 시 즉각 조회 → DB 부하 없이 Redis에서 O(log N)으로 위시리스트 유저 목록 추출 가능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3977640"/>
            <a:ext cx="4206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SSE vs WebSocket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4632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 서버→클라이언트 알림은 WebSocket 오버헤드 없이 SSE로 충분. HTTP/2 기반으로 다중 연결 효율적 처리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03  —  주문 &amp; 결제 (아웃박스 패턴)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98755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645920"/>
            <a:ext cx="1600200" cy="4572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생성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admissionToken 검증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Order(HOLD) 생성, 재고 임시 -1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0" y="1874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987552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65960" y="1645920"/>
            <a:ext cx="1600200" cy="4572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6596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준비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6596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/payments/prepare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6596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paymentKey 발급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Payment(PENDING) 생성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1874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98755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1645920"/>
            <a:ext cx="1600200" cy="457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0332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완료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0332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/payments/complete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0332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 금액 검증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Order(CONFIRMED), 재고 확정 -1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03520" y="1874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987552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40680" y="1645920"/>
            <a:ext cx="1600200" cy="4572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4068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아웃박스 발행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4068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PaymentOutbox → Kafka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4068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이벤트 유실 방지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후처리 보장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40880" y="1874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987552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취소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178040" y="1645920"/>
            <a:ext cx="1600200" cy="4572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17804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/ 환불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7804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804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cancel · POST refunds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7804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 환불 API 연동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자동 복원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3749040"/>
            <a:ext cx="859536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38039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아웃박스 패턴을 선택한 이유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2920" y="41330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완료 후 Kafka 발행 실패 시 이벤트 유실 위험 → PaymentOutbox 테이블에 먼저 저장 후 별도 Publisher가 Kafka로 발행.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5초마다 최대 50건 처리, 실패 시 지수 백오프 재시도. 결제 트랜잭션과 이벤트 발행을 분리해 at-least-once 보장.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04  —  AI 상품 추천 (OpenAI + Pinecone)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1005840"/>
            <a:ext cx="731520" cy="73152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828800" cy="438912"/>
          </a:xfrm>
          <a:prstGeom prst="rect">
            <a:avLst/>
          </a:prstGeom>
          <a:solidFill>
            <a:srgbClr val="BE185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74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질의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04872"/>
            <a:ext cx="1828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04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상품 검색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"여름에 입기 좋은 캐주얼"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084832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005840"/>
            <a:ext cx="731520" cy="7315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090672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87752" y="1874520"/>
            <a:ext cx="1828800" cy="43891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87752" y="1874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87752" y="2404872"/>
            <a:ext cx="1828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2404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→ 벡터 변환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16552" y="2084832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75504" y="100584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175504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672584" y="1874520"/>
            <a:ext cx="1828800" cy="438912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72584" y="1874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검색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72584" y="2404872"/>
            <a:ext cx="1828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2404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코사인 유사도로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상품 ID 검색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01384" y="2084832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0336" y="100584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60336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757416" y="1874520"/>
            <a:ext cx="1828800" cy="438912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57416" y="1874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목록 응답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57416" y="2404872"/>
            <a:ext cx="1828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2404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이유 + 상품 정보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응답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383280"/>
            <a:ext cx="41148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38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임베딩 배치 처리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7673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/api/recommendations/embed-all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DB의 모든 상품 설명을 벡터화 → Pinecone에 일괄 업로드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등록/수정 시 이벤트 기반으로 자동 임베딩 갱신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383280"/>
            <a:ext cx="4206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438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ConditionalOnProperty 조건부 활성화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7673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recommendation.enabled: true 설정 시에만 Controller 빈 등록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Key 없는 환경에서도 서버 정상 동작 가능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/ 로컬 환경 분리 설계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 의사결정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33272"/>
            <a:ext cx="192024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332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vs Session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0515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배경: 드랍 오픈 시 트래픽 폭주 → 수평 확장 필수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68880" y="130759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JWT 선택 (Stateless)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5727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Session은 인스턴스 간 세션 공유 저장소 필요.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JWT는 어느 인스턴스에서도 서명 검증만으로 인증 → 수평 확장 적합.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 무효화는 Redis Blacklist (TTL = 남은 만료 시간)로 보완.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10972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59152"/>
            <a:ext cx="19202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591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분산락 + 낙관락 조합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3774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배경: 낙관락 단독 → Retry Storm / 비관락 → 커넥션 풀 고갈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26334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2중 방어 체계 도입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8986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분산락이 앞단에서 트래픽 직렬화 → DB 도달 요청 소수.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낙관락(@Version)이 최후 정합성 보장 → '충돌이 드물다'는 전제 성립.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장애 시에도 낙관락이 Fallback으로 과판매 방어.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11880"/>
            <a:ext cx="109728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685032"/>
            <a:ext cx="1920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85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 전략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703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배경: Redis 키 유실 시 과판매 vs 주문 차단 중 선택 필요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68880" y="39593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정합성 우선 (Fail-Close)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42245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없음(KEY_MISSING) 즉시 선점 실패 처리.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기준 재고로 과판매 발생 &lt; 해당 구간 주문 차단.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한정판 커머스 특성상 과판매는 회복 불가한 신뢰 손상.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성능 개선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115568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1155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246888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도메인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Lua 스크립트 재고 원자 선점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9809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주문 요청 → DB 락 경합, 초과 차감 위험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4015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6393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 스크립트로 Redis에서 원자적 DECRBY 선점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선점 실패 시 즉시 반환, 트랜잭션 롤백 시 보상 로직 자동 실행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206240"/>
            <a:ext cx="256032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DB 락 경합 제거 + 초과 차감 원천 방지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960120"/>
            <a:ext cx="283464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251960" y="1115568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11155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429000" y="1901952"/>
            <a:ext cx="246888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Drops 도메인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2128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@EntityGraph N+1 쿼리 제거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0" y="27432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9809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조회 시 연관 엔티티 지연 로딩 → N+1 쿼리 발생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34015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393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@EntityGraph(attributePaths) 적용으로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상품+이미지, 드랍+상품을 단일 JOIN 쿼리로 처리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4206240"/>
            <a:ext cx="25603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N건 추가 쿼리 제거 → 응답 속도 개선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960120"/>
            <a:ext cx="28346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7223760" y="1115568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11155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400800" y="1901952"/>
            <a:ext cx="246888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Order · Drops 도메인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22128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캐시 + ShedLock 분산 스케줄러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355080" y="27432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29809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조회마다 DB 직접 조회 / 멀티 인스턴스 스케줄러 중복 실행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55080" y="34015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36393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@Cacheable (목록 30s · 상세 60s) + @CacheEvict 명시적 무효화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ShedLock으로 스케줄러 단일 인스턴스 실행 보장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55080" y="4206240"/>
            <a:ext cx="25603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4206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반복 조회 DB 부하 감소 + 스케줄러 중복 처리 방지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트러블슈팅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분산락 + DB 낙관락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문제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344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낙관락 단독 시 Retry Storm 발생 우려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원인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627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 요청이 동일 version 읽고 동시 수정 시도 → 연쇄 충돌 → DB 요청 폭증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057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분산락이 앞단 직렬화 → DB 도달 요청 소수 → 낙관락의 '충돌 드물다' 전제 성립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420624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960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Blacklist (로그아웃 무효화)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344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문제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1344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 후에도 Access Token이 만료 전까지 유효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627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원인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1627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특성 → 서버가 토큰 상태를 저장하지 않음 → 탈취 시 악용 가능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057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2120" y="2057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Redis에 로그아웃 토큰 저장 (TTL = 남은 만료 시간). JwtAuthenticationFilter에서 블랙리스트 검증 추가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17520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발행 로직 격리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401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문제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브로커 장애 시 회원가입/로그인 API까지 실패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6850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원인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3685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서비스 내부에서 Kafka Producer 직접 호출 → 발행 실패 예외가 상위로 전파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114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4114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EventKafkaProducer 별도 계층 분리, 발행 실패 시 예외 삼킴 + 로깅만. 핵심 기능은 독립 성공 보장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17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017520"/>
            <a:ext cx="420624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취소/복원 경로 통일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401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문제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3212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경로가 다양해 재고 복원 누락 발생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6850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원인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2120" y="3685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만료·수동 취소·결제 실패·환불 완료 등 복원 경로가 각각 다른 방식으로 처리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4114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32120" y="4114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OrderStatusChangedEvent + StockRestoreEvent로 이벤트 기반 통일. 모든 경로가 동일 복원 로직 경유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3조  —  고트래픽 환경을 고려한 드랍 커머스 백엔드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강동혁  ·  김규범  ·  김재진  ·  이재환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346704"/>
            <a:ext cx="16459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분산락 + 낙관락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2중 방어 체계로 동시성 제어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346704"/>
            <a:ext cx="16459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Delay Queue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트래픽 스파이크 완충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16459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아웃박스 패턴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133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이벤트 at-least-once 보장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3986784"/>
            <a:ext cx="16459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Pinecone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4133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기반 AI 상품 추천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github.com/3JOTEAM/dropshop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Dropshop</dc:title>
  <dc:subject>PptxGenJS Presentation</dc:subject>
  <dc:creator>PptxGenJS</dc:creator>
  <cp:lastModifiedBy>PptxGenJS</cp:lastModifiedBy>
  <cp:revision>1</cp:revision>
  <dcterms:created xsi:type="dcterms:W3CDTF">2026-05-13T01:02:26Z</dcterms:created>
  <dcterms:modified xsi:type="dcterms:W3CDTF">2026-05-13T01:02:26Z</dcterms:modified>
</cp:coreProperties>
</file>