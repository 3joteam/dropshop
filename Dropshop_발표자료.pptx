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2926080"/>
            <a:ext cx="2194560" cy="219456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팀 프로젝트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Dropshop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한정판 드랍 커머스 플랫폼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47472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38528" y="347472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3474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9856" y="347472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34747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38528" y="397764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9856" y="3977640"/>
            <a:ext cx="132588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소개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나이키 슈드랍, 스니커즈 한정판 출시처럼 특정 시간에 한정 수량을 오픈하는 'Drop' 커머스 모델을 직접 구현해보자는 아이디어에서 출발했습니다.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고트래픽 상황에서의 선착순 처리, 실시간 알림, 결제 안정성을 핵심 기술 과제로 선정했습니다.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03120"/>
            <a:ext cx="265176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28600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 &amp; 대기열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기반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선착순 대기열 처리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103120"/>
            <a:ext cx="26517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228600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0040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알림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 Push 알림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103120"/>
            <a:ext cx="265176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2286000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안정성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35040" y="3429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+ 아웃박스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패턴으로 유실 방지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4.0  ·  Java 17  ·  MySQL  ·  Redis  ·  Kafka  ·  PortOne  ·  OpenAI + Pinecone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Java 17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Boot 4.0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Security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Spring Data JPA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MySQL 8.0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Redis 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Flyway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QueryDSL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9601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960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1417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Apache Kafka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17465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SSE (Server-Sent Events)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2075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ShedLock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0" y="24048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아웃박스 패턴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26974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474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PortOne (결제)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38039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AWS S3 (이미지)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133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OpenAI Embeddings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Pinecone 벡터 DB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0" y="301752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017520"/>
            <a:ext cx="269748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3017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품질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34747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Docker / docker-compose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37560" y="380390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Actions CI/CD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337560" y="41330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Google Java Format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337560" y="44622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JUnit 5 + Postman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046720" y="228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37160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· Seller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286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통합테스트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118872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3200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5204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914400"/>
            <a:ext cx="2926080" cy="3291840"/>
          </a:xfrm>
          <a:prstGeom prst="rect">
            <a:avLst/>
          </a:prstGeom>
          <a:solidFill>
            <a:srgbClr val="0A201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1371600"/>
            <a:ext cx="2743200" cy="47548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SSE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1938528"/>
            <a:ext cx="2743200" cy="475488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(Facade)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176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2505456"/>
            <a:ext cx="2743200" cy="475488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743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QueryDSL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072384"/>
            <a:ext cx="2743200" cy="475488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310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639312"/>
            <a:ext cx="2743200" cy="47548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1168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877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발행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914400"/>
            <a:ext cx="3749040" cy="329184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1371600"/>
            <a:ext cx="17373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57800" y="137160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1655064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영속성 DB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78040" y="1371600"/>
            <a:ext cx="1691640" cy="5486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78040" y="137160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1655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ZSET 대기열 / 캐시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57800" y="2029968"/>
            <a:ext cx="17373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57800" y="202996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3134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이벤트 스트리밍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57800" y="2688336"/>
            <a:ext cx="173736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57800" y="26883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297180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API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78040" y="2688336"/>
            <a:ext cx="1691640" cy="54864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178040" y="2688336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Pinecone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78040" y="29718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상품 추천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57800" y="2029968"/>
            <a:ext cx="356616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257800" y="20299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23134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wishlist-drop-notification  ·  order-events  ·  payment-outbox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45920" y="256032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2560320"/>
            <a:ext cx="3200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434340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요청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011680" y="4343400"/>
            <a:ext cx="164592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224028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749040" y="4343400"/>
            <a:ext cx="164592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397764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DB/캐시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0" y="4343400"/>
            <a:ext cx="16459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571500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23760" y="4343400"/>
            <a:ext cx="164592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Text 61"/>
          <p:cNvSpPr/>
          <p:nvPr/>
        </p:nvSpPr>
        <p:spPr>
          <a:xfrm>
            <a:off x="7452360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01  —  드랍 &amp; 선착순 대기열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84048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접근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819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대기열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입장 순서로 선착순 보장.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요청에도 원자적 처리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 발급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5511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대기열 통과 시 유효기간 토큰 발급.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API 인터셉터에서 검증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0815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00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 시 재고 임시 차감 (10분).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미결제 시 스케줄러가 자동 복원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831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락 (@Version)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050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 수정 충돌 방지.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OptimisticLockException 처리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흐름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1600200"/>
            <a:ext cx="4389120" cy="512064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26280" y="1600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1837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/api/queues?dropId={id}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130552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2221992"/>
            <a:ext cx="4389120" cy="512064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26280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24597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 queue:{dropId} → 순번 부여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752344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2843784"/>
            <a:ext cx="4389120" cy="512064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26280" y="28437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26280" y="3081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유효기간 토큰 발급 (응답)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374136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0560" y="3465576"/>
            <a:ext cx="4389120" cy="512064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26280" y="34655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인터셉터 검증 → HOLD 주문 생성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3995928"/>
            <a:ext cx="7315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4480560" y="4087368"/>
            <a:ext cx="4389120" cy="512064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26280" y="4087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임시 차감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26280" y="4325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내 결제 없으면 자동 복원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02  —  위시리스트 &amp; SSE 실시간 알림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위시리스트 등록 흐름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965960" cy="822960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/api/wishlists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{dropId}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444752"/>
            <a:ext cx="196596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저장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캐싱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1444752"/>
            <a:ext cx="1965960" cy="8229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wishlist:{dropId}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score=등록시각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764792"/>
            <a:ext cx="164592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1444752"/>
            <a:ext cx="196596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4447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773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테이블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영속 저장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859536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드랍 ACTIVE → SSE 알림 발송 흐름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2944368"/>
            <a:ext cx="160020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/api/drops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/{id}/status → ACTIVE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1965960" y="2944368"/>
            <a:ext cx="1600200" cy="8229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6596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발행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drop-status-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topic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3703320" y="2944368"/>
            <a:ext cx="16002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0332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 조회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유저 목록 추출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5440680" y="2944368"/>
            <a:ext cx="1600200" cy="82296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SseEmitter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유저에게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Push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329184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8"/>
          <p:cNvSpPr/>
          <p:nvPr/>
        </p:nvSpPr>
        <p:spPr>
          <a:xfrm>
            <a:off x="7178040" y="2944368"/>
            <a:ext cx="1600200" cy="822960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78040" y="294436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 브라우저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78040" y="327355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드랍 오픈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수신!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77640"/>
            <a:ext cx="4114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Redis ZSET 활용 이유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4315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위시리스트는 드랍 오픈 시 즉각 조회 → DB 부하 없이 Redis에서 O(log N)으로 유저 목록 추출 가능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977640"/>
            <a:ext cx="4206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SSE vs WebSocket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4632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서버→클라이언트 알림은 WebSocket 오버헤드 없이 SSE로 충분. HTTP/2 기반으로 다중 연결 효율적 처리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03  —  주문 &amp; 결제 (아웃박스 패턴)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98755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160020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admissionToken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Order(HOLD) 생성, 재고 임시 -1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98755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1645920"/>
            <a:ext cx="160020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6596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준비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/api/payments/prepare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paymentKey 발급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Payment(PENDING) 생성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98755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1645920"/>
            <a:ext cx="1600200" cy="4572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0332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/api/payments/complete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0332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금액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Order(CONFIRMED), 재고 확정 -1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98755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40680" y="1645920"/>
            <a:ext cx="160020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아웃박스 발행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4068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PaymentOutbox → Kafka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이벤트 유실 방지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후처리 보장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18745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987552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취소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178040" y="1645920"/>
            <a:ext cx="1600200" cy="4572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17804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 / 환불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78040" y="2194560"/>
            <a:ext cx="16002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2212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cancel · POST refunds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78040" y="2761488"/>
            <a:ext cx="16002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7614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PortOne 환불 API 연동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자동 복원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아웃박스 패턴을 선택한 이유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292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후 Kafka 발행 실패 시 이벤트 유실 위험 → PaymentOutbox 테이블에 먼저 저장 후 별도 Publisher가 Kafka로 발행.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트랜잭션과 메시지 발행을 분리해 at-least-once 보장.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04  —  AI 상품 추천 (OpenAI + Pinecone)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1005840"/>
            <a:ext cx="731520" cy="73152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8800" cy="438912"/>
          </a:xfrm>
          <a:prstGeom prst="rect">
            <a:avLst/>
          </a:prstGeom>
          <a:solidFill>
            <a:srgbClr val="BE185D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자연어로 상품 검색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"여름에 입기 좋은 캐주얼"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00584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87752" y="1874520"/>
            <a:ext cx="1828800" cy="43891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87752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87752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벡터로 변환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16552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100584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72584" y="1874520"/>
            <a:ext cx="1828800" cy="43891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72584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검색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72584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72584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코사인 유사도로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상품 ID 검색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01384" y="2084832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0336" y="10058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260336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757416" y="1874520"/>
            <a:ext cx="1828800" cy="438912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57416" y="1874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응답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57416" y="2404872"/>
            <a:ext cx="18288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2404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이유 + 상품 정보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응답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383280"/>
            <a:ext cx="41148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임베딩 배치 처리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767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/api/recommendations/embed-all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DB의 모든 상품 설명을 벡터화 → Pinecone에 일괄 업로드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등록/수정 시 이벤트 기반으로 자동 임베딩 갱신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383280"/>
            <a:ext cx="4206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ConditionalOnProperty 조건부 활성화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767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recommendation.enabled: true 설정 시에만 Controller 빈 등록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Key 없는 환경에서도 서버 정상 동작 가능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/ 로컬 환경 분리 설계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트러블슈팅 &amp; 기술적 고민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권한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44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승인 후에도 상품 등록 403 오류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전 발급된 JWT에 ROLE_SELLER 미포함 → 기존 토큰으로 요청 시 권한 부족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완료 후 반드시 재로그인하여 새 JWT 발급. Postman 플로우에 재로그인 단계 추가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 이슈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344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344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드랍 생성 시 startAt 400 오류 (INVALID_DROP_START_AT)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276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16276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JS의 toISOString()은 UTC 기준 → 서버는 KST로 해석, 과거 시간으로 판단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2120" y="20574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KST offset(+9h) 직접 계산: new Date(now.getTime() + 9*3600*1000 + 여유분)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17520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이벤트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완료 후 Kafka 발행 실패 시 이벤트 유실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685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트랜잭션 커밋 후 Kafka 발행 실패 → 재고/통계 후처리 누락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아웃박스 패턴 도입: PaymentOutbox 테이블에 선저장 → 별도 Publisher가 발행 보장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스케줄러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문제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인스턴스 환경에서 스케줄러 중복 실행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685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원인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3685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Scheduler는 각 인스턴스에서 독립 실행 → 드랍 상태가 중복 전환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4114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해결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ShedLock 적용: DB 기반 분산 락으로 단일 인스턴스만 실행 보장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고트래픽 환경을 고려한 드랍 커머스 백엔드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127248"/>
            <a:ext cx="16459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ZSET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선착순 대기열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3127248"/>
            <a:ext cx="16459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드랍 알림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21608"/>
            <a:ext cx="16459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아웃박스 패턴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이벤트 보장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721608"/>
            <a:ext cx="16459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Pinecone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상품 추천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github.com/3JOTEAM/dropshop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Dropshop</dc:title>
  <dc:subject>PptxGenJS Presentation</dc:subject>
  <dc:creator>PptxGenJS</dc:creator>
  <cp:lastModifiedBy>PptxGenJS</cp:lastModifiedBy>
  <cp:revision>1</cp:revision>
  <dcterms:created xsi:type="dcterms:W3CDTF">2026-05-13T00:26:23Z</dcterms:created>
  <dcterms:modified xsi:type="dcterms:W3CDTF">2026-05-13T00:26:23Z</dcterms:modified>
</cp:coreProperties>
</file>